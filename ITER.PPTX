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60" r:id="rId6"/>
    <p:sldId id="265" r:id="rId7"/>
    <p:sldId id="261" r:id="rId8"/>
    <p:sldId id="259" r:id="rId9"/>
    <p:sldId id="263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EB160-D5A2-BDA1-C36C-D7263FC35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30830D-7DE5-AB46-455E-9256A5A64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C98E20-752B-76ED-91D3-DE7216087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594A-7D2D-4A04-8D74-CD5CD9922246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803BC5-54DC-CF0B-296B-E09E701E6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D27A6F-DA41-BC99-DFDA-047143B95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31A80-DDC6-43DC-B520-9A3CED92B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8341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D78B8C-5AC2-2255-7769-0D7F45BA4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90EC9C-036F-0650-0BE3-C2175BE6B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553AE9-5F2F-5905-B956-4BE9F7B0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594A-7D2D-4A04-8D74-CD5CD9922246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2E06B8-FB7C-EEA3-94D3-4AD61ADCF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FD9387-CD5B-1D0C-4B80-AD4B1F5C7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31A80-DDC6-43DC-B520-9A3CED92B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792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B7E0B7-6871-EE99-2A6A-25F45B483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9A7146-1C78-80C2-4E6C-07ECFD83F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C1CF92-56BD-8623-42E5-2DD17CE5D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594A-7D2D-4A04-8D74-CD5CD9922246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381E54-FB42-F3A9-BFDC-4DDD80CF5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E932F1-4E64-0E59-DFF2-95D76193C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31A80-DDC6-43DC-B520-9A3CED92B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742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39D262-FB52-FA02-54C4-A82265498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801B2A-2DF4-6513-0561-A6EFFD23D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5FCB3FB-A3F0-6EB3-13ED-3B33BD95A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E139DB-39BC-4813-E260-414622A54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594A-7D2D-4A04-8D74-CD5CD9922246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C04D8E-5FB2-D019-2771-FF084E295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EACB8B-3468-6C91-889A-2AD22418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31A80-DDC6-43DC-B520-9A3CED92B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398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CF24B-D4E0-19B8-18B1-520A00630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10671F-B18A-687C-26D5-FD19CB22B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093690-E4CA-C383-0346-2129D9FF5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F6B4BAB-5B7A-A3D3-6C81-CC4AC9A5C7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5E2AF00-314F-DD7D-B5A0-8A6D58886E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BEAAA8F-6C83-D8DD-C590-B5FCCC3FE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594A-7D2D-4A04-8D74-CD5CD9922246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E492E50-9CA9-A006-1AF7-AECFA6CCE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6E83598-83AC-130A-FE87-20B209BAC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31A80-DDC6-43DC-B520-9A3CED92B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35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016F71-0E50-BC49-8F65-DD0546D3C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23762C1-60E8-0D8D-2FFE-C62DD7B14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594A-7D2D-4A04-8D74-CD5CD9922246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E1A50FB-6EA3-60BD-BCE0-CAD3BE42D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AC31F8B-E9A4-5636-871C-2639837D2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31A80-DDC6-43DC-B520-9A3CED92B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5893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E716A2D-5889-AF3C-2CAD-0E0D8B91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594A-7D2D-4A04-8D74-CD5CD9922246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E3031CC-5DA4-D42C-8134-098C483F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CB8A77-9C78-566C-7C55-C9ACA2821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31A80-DDC6-43DC-B520-9A3CED92B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78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DABD5E-A454-E745-CE55-AEBD2ABA2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E4F5A9-8E83-ACDB-1247-E55D5EE27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FE7C27-4B7F-7F57-28CF-9B5656DEC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21D8C6-2C93-FCE7-C566-423CE98CA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594A-7D2D-4A04-8D74-CD5CD9922246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A0BCCB-CE36-FDF1-791B-E4636333B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88117D6-8346-2BDC-7F8A-7E75DB52E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31A80-DDC6-43DC-B520-9A3CED92B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210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2A485F-07EF-5A51-ACFD-35EDD949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7FC82ED-8718-1619-991F-93B1A288D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6A91E2-04B8-C82F-D099-9970DF543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334B5A-7F33-21C1-0DB9-7B980F755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594A-7D2D-4A04-8D74-CD5CD9922246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F59846-E9A4-B1EE-E70E-4178D658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A8AA30-7163-7451-B5E1-B6679B62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31A80-DDC6-43DC-B520-9A3CED92B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966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5959B-3757-770D-79CC-6EEF8FEB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9D4621D-CFD2-05C5-75A1-779DBD9BB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0029DF-A646-4911-7778-BF6C45AB1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594A-7D2D-4A04-8D74-CD5CD9922246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F2FABF-548D-572F-F4BC-AF7E1AAE1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673235-9D18-1BB4-8899-2EC3A7AD7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31A80-DDC6-43DC-B520-9A3CED92B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449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3ABC187-81FE-DAF0-B05A-2381448995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90AE179-57AE-FC8A-524A-3F0D0D423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4EFF30-1865-001F-7C4F-224B6026C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594A-7D2D-4A04-8D74-CD5CD9922246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542001-2B1A-4976-6001-ED1461DD7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3143B1-1F5F-93AA-2DB4-0B5DD2AE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31A80-DDC6-43DC-B520-9A3CED92B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691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A1A7A-7C7A-2564-2F6D-22F1EDFB2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E6A5F2-48CA-152B-F48C-DE244D727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46152B-17F8-965F-7130-2E904A1A02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C594A-7D2D-4A04-8D74-CD5CD9922246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C5E327-3A38-40E8-1232-F57BCD32A6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F0911C-DF8B-BE7C-BF02-050F6C12D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31A80-DDC6-43DC-B520-9A3CED92B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357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/francuzskie-duhi-c/" TargetMode="External"/><Relationship Id="rId2" Type="http://schemas.openxmlformats.org/officeDocument/2006/relationships/hyperlink" Target="https://www.spellsmell.ru/women/nina-ricci/love-in-pari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/perfumers/aurelien-guichard-w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0%D0%BD%D0%B3%D0%BB%D0%B8%D0%B9%D1%81%D0%BA%D0%B8%D0%B9_%D1%8F%D0%B7%D1%8B%D0%BA" TargetMode="External"/><Relationship Id="rId7" Type="http://schemas.openxmlformats.org/officeDocument/2006/relationships/hyperlink" Target="https://www.iter.org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u.wikipedia.org/wiki/%D0%A4%D1%80%D0%B0%D0%BD%D1%86%D0%B8%D1%8F" TargetMode="External"/><Relationship Id="rId5" Type="http://schemas.openxmlformats.org/officeDocument/2006/relationships/hyperlink" Target="https://ru.wikipedia.org/wiki/%D0%9F%D1%80%D0%BE%D0%B2%D0%B0%D0%BD%D1%81_%E2%80%94_%D0%90%D0%BB%D1%8C%D0%BF%D1%8B_%E2%80%94_%D0%9B%D0%B0%D0%B7%D1%83%D1%80%D0%BD%D1%8B%D0%B9_%D0%91%D0%B5%D1%80%D0%B5%D0%B3" TargetMode="External"/><Relationship Id="rId4" Type="http://schemas.openxmlformats.org/officeDocument/2006/relationships/hyperlink" Target="https://ru.wikipedia.org/wiki/%D0%A1%D0%B5%D0%BD-%D0%9F%D0%BE%D0%BB%D1%8C-%D0%BB%D0%B5-%D0%94%D1%8E%D1%80%D0%B0%D0%BD%D1%81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yandex.ru/maps/-/CCUvuFcM2C" TargetMode="External"/><Relationship Id="rId2" Type="http://schemas.openxmlformats.org/officeDocument/2006/relationships/hyperlink" Target="https://yandex.ru/maps/?l=sat%2Cskl&amp;ll=5.761670%2C43.687500&amp;pt=5.76167%2C43.68750&amp;rl=5.760297%2C43.691860~31.905670%2C13.003924&amp;z=4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16FC55-8DC1-D02A-7A00-D93864AA6E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ITER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14D59AE-3DFC-4601-00C5-CEC79DB394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Экспериментальный двигатель</a:t>
            </a:r>
          </a:p>
        </p:txBody>
      </p:sp>
    </p:spTree>
    <p:extLst>
      <p:ext uri="{BB962C8B-B14F-4D97-AF65-F5344CB8AC3E}">
        <p14:creationId xmlns:p14="http://schemas.microsoft.com/office/powerpoint/2010/main" val="4118979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AB29B-C8CF-2525-B171-5A07D1AC5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Введение. Актуальность темы.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A846E5-5AB2-9DD6-C4E0-BADA173C1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Тема актуальна, поскольку </a:t>
            </a:r>
            <a:r>
              <a:rPr lang="en-US" dirty="0"/>
              <a:t>ITER</a:t>
            </a:r>
            <a:r>
              <a:rPr lang="ru-RU" dirty="0"/>
              <a:t> экологически чистый источник энергии. Планируется, что энергию он будет вырабатывать путём синтеза термоядерного синтеза дейтерия и трития. Продуктом синтеза будет фактически только гелий. А гелием можно, например, воздушные </a:t>
            </a:r>
            <a:r>
              <a:rPr lang="ru-RU"/>
              <a:t>шарики надувать</a:t>
            </a:r>
            <a:r>
              <a:rPr lang="ru-RU" dirty="0"/>
              <a:t>. Ну или отдать его на производство гелий-неоновых лазеров, где он тоже актуален.</a:t>
            </a:r>
          </a:p>
        </p:txBody>
      </p:sp>
    </p:spTree>
    <p:extLst>
      <p:ext uri="{BB962C8B-B14F-4D97-AF65-F5344CB8AC3E}">
        <p14:creationId xmlns:p14="http://schemas.microsoft.com/office/powerpoint/2010/main" val="175243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90769A-CD0E-DF61-6031-3BBCDB96E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Платье из франции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05028C-EF98-D417-4536-28FF67C0DD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953" y="2481443"/>
            <a:ext cx="1809640" cy="402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AB4A1D-C61F-5BDF-124A-A93E2C5255BC}"/>
              </a:ext>
            </a:extLst>
          </p:cNvPr>
          <p:cNvSpPr txBox="1"/>
          <p:nvPr/>
        </p:nvSpPr>
        <p:spPr>
          <a:xfrm>
            <a:off x="2043953" y="2151529"/>
            <a:ext cx="1541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Филипп карат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1564F72-7DD6-35D0-774C-3F2E0F3C1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0822" y="2777654"/>
            <a:ext cx="2287587" cy="342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F28846-4F36-75A0-C050-ECEC45184D38}"/>
              </a:ext>
            </a:extLst>
          </p:cNvPr>
          <p:cNvSpPr txBox="1"/>
          <p:nvPr/>
        </p:nvSpPr>
        <p:spPr>
          <a:xfrm>
            <a:off x="5930153" y="2336195"/>
            <a:ext cx="3533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0" i="1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Lookbook</a:t>
            </a:r>
            <a:r>
              <a:rPr lang="ru-RU" b="0" i="1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 0919 осень в Париже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7848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59404-F8B5-6DB7-14AA-C6C394712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Духи «Любовь в Париже»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DA2602C-10E5-7F82-0FDF-D81FF88D297B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>
              <a:buNone/>
            </a:pPr>
            <a:r>
              <a:rPr lang="en-US" sz="4800" dirty="0">
                <a:hlinkClick r:id="rId2"/>
              </a:rPr>
              <a:t>https://www.spellsmell.ru/women/nina-ricci/love-in-paris/</a:t>
            </a:r>
            <a:endParaRPr lang="ru-RU" sz="4800" dirty="0"/>
          </a:p>
          <a:p>
            <a:r>
              <a:rPr lang="ru-RU" sz="4000" dirty="0"/>
              <a:t>Издание</a:t>
            </a:r>
          </a:p>
          <a:p>
            <a:r>
              <a:rPr lang="ru-RU" sz="4000" dirty="0"/>
              <a:t>флагман</a:t>
            </a:r>
          </a:p>
          <a:p>
            <a:r>
              <a:rPr lang="ru-RU" sz="4000" dirty="0"/>
              <a:t>Характеристики аромата</a:t>
            </a:r>
          </a:p>
          <a:p>
            <a:r>
              <a:rPr lang="ru-RU" sz="4000" dirty="0"/>
              <a:t>Семейства</a:t>
            </a:r>
          </a:p>
          <a:p>
            <a:r>
              <a:rPr lang="ru-RU" sz="4000" dirty="0"/>
              <a:t>цветочные</a:t>
            </a:r>
          </a:p>
          <a:p>
            <a:r>
              <a:rPr lang="ru-RU" sz="4000" dirty="0"/>
              <a:t>Верхние ноты</a:t>
            </a:r>
          </a:p>
          <a:p>
            <a:r>
              <a:rPr lang="ru-RU" sz="4000" dirty="0"/>
              <a:t>бадьян, банан, груша, ноты бергамота, персик, пион, роза</a:t>
            </a:r>
          </a:p>
          <a:p>
            <a:r>
              <a:rPr lang="ru-RU" sz="4000" dirty="0"/>
              <a:t>Ноты сердца</a:t>
            </a:r>
          </a:p>
          <a:p>
            <a:r>
              <a:rPr lang="ru-RU" sz="4000" dirty="0"/>
              <a:t>абрикос, анис, жасмин, корень фиалки</a:t>
            </a:r>
          </a:p>
          <a:p>
            <a:r>
              <a:rPr lang="ru-RU" sz="4000" dirty="0"/>
              <a:t>Базовые ноты</a:t>
            </a:r>
          </a:p>
          <a:p>
            <a:r>
              <a:rPr lang="ru-RU" sz="4000" dirty="0"/>
              <a:t>древесные ноты, мускус</a:t>
            </a:r>
          </a:p>
          <a:p>
            <a:r>
              <a:rPr lang="ru-RU" sz="4000" dirty="0"/>
              <a:t>Информация</a:t>
            </a:r>
          </a:p>
          <a:p>
            <a:r>
              <a:rPr lang="ru-RU" sz="4000" dirty="0"/>
              <a:t>Год начала выпуска</a:t>
            </a:r>
          </a:p>
          <a:p>
            <a:r>
              <a:rPr lang="ru-RU" sz="4000" dirty="0"/>
              <a:t>2004</a:t>
            </a:r>
          </a:p>
          <a:p>
            <a:r>
              <a:rPr lang="ru-RU" sz="4000" dirty="0"/>
              <a:t>Страна бренда</a:t>
            </a:r>
          </a:p>
          <a:p>
            <a:r>
              <a:rPr lang="ru-RU" sz="4000" dirty="0">
                <a:hlinkClick r:id="rId3" action="ppaction://hlinkfile"/>
              </a:rPr>
              <a:t>Франция</a:t>
            </a:r>
            <a:endParaRPr lang="ru-RU" sz="4000" dirty="0"/>
          </a:p>
          <a:p>
            <a:r>
              <a:rPr lang="ru-RU" sz="4000" dirty="0"/>
              <a:t>Парфюмер</a:t>
            </a:r>
          </a:p>
          <a:p>
            <a:r>
              <a:rPr lang="ru-RU" sz="4000" dirty="0" err="1">
                <a:hlinkClick r:id="rId4" action="ppaction://hlinkfile"/>
              </a:rPr>
              <a:t>Орельен</a:t>
            </a:r>
            <a:r>
              <a:rPr lang="ru-RU" sz="4000" dirty="0">
                <a:hlinkClick r:id="rId4" action="ppaction://hlinkfile"/>
              </a:rPr>
              <a:t> Гишар (</a:t>
            </a:r>
            <a:r>
              <a:rPr lang="ru-RU" sz="4000" dirty="0" err="1">
                <a:hlinkClick r:id="rId4" action="ppaction://hlinkfile"/>
              </a:rPr>
              <a:t>Aurelien</a:t>
            </a:r>
            <a:r>
              <a:rPr lang="ru-RU" sz="4000" dirty="0">
                <a:hlinkClick r:id="rId4" action="ppaction://hlinkfile"/>
              </a:rPr>
              <a:t> </a:t>
            </a:r>
            <a:r>
              <a:rPr lang="ru-RU" sz="4000" dirty="0" err="1">
                <a:hlinkClick r:id="rId4" action="ppaction://hlinkfile"/>
              </a:rPr>
              <a:t>Guichard</a:t>
            </a:r>
            <a:r>
              <a:rPr lang="ru-RU" sz="4000" dirty="0">
                <a:hlinkClick r:id="rId4" action="ppaction://hlinkfile"/>
              </a:rPr>
              <a:t>)</a:t>
            </a:r>
            <a:endParaRPr lang="ru-RU" sz="4000" dirty="0"/>
          </a:p>
          <a:p>
            <a:br>
              <a:rPr lang="ru-RU" sz="4000" dirty="0"/>
            </a:br>
            <a:r>
              <a:rPr lang="ru-RU" sz="4000" dirty="0">
                <a:effectLst/>
                <a:hlinkClick r:id="rId2"/>
              </a:rPr>
              <a:t>Подробнее на SpellSmell.ru</a:t>
            </a:r>
            <a:endParaRPr lang="ru-RU" sz="40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1850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9DA2B2-98A6-F4B8-BC56-2489539F3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Реактор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FB19D04-48A5-195A-93BE-DB0B295ACE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220" y="2655642"/>
            <a:ext cx="2209559" cy="147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492E91-872B-812D-F852-A0C03E056C63}"/>
              </a:ext>
            </a:extLst>
          </p:cNvPr>
          <p:cNvSpPr txBox="1"/>
          <p:nvPr/>
        </p:nvSpPr>
        <p:spPr>
          <a:xfrm>
            <a:off x="2874309" y="1803301"/>
            <a:ext cx="6098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https://upload.wikimedia.org/wikipedia/commons/thumb/5/56/ITER_site_2018_aerial_view_%2841809720041%29.jpg/800px-ITER_site_2018_aerial_view_%2841809720041%29.jpg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F37C18A7-3816-BADD-F6CD-F6EB83DCE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003620"/>
              </p:ext>
            </p:extLst>
          </p:nvPr>
        </p:nvGraphicFramePr>
        <p:xfrm>
          <a:off x="3687857" y="4166864"/>
          <a:ext cx="5629834" cy="2834640"/>
        </p:xfrm>
        <a:graphic>
          <a:graphicData uri="http://schemas.openxmlformats.org/drawingml/2006/table">
            <a:tbl>
              <a:tblPr/>
              <a:tblGrid>
                <a:gridCol w="3084444">
                  <a:extLst>
                    <a:ext uri="{9D8B030D-6E8A-4147-A177-3AD203B41FA5}">
                      <a16:colId xmlns:a16="http://schemas.microsoft.com/office/drawing/2014/main" val="1489281761"/>
                    </a:ext>
                  </a:extLst>
                </a:gridCol>
                <a:gridCol w="2545390">
                  <a:extLst>
                    <a:ext uri="{9D8B030D-6E8A-4147-A177-3AD203B41FA5}">
                      <a16:colId xmlns:a16="http://schemas.microsoft.com/office/drawing/2014/main" val="2800224486"/>
                    </a:ext>
                  </a:extLst>
                </a:gridCol>
              </a:tblGrid>
              <a:tr h="769207"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effectLst/>
                        </a:rPr>
                        <a:t>Международное название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u="none" strike="noStrike" dirty="0" err="1">
                          <a:solidFill>
                            <a:srgbClr val="0645AD"/>
                          </a:solidFill>
                          <a:effectLst/>
                          <a:hlinkClick r:id="rId3" tooltip="Английский язык"/>
                        </a:rPr>
                        <a:t>англ</a:t>
                      </a:r>
                      <a:r>
                        <a:rPr lang="en-US" u="none" strike="noStrike" dirty="0">
                          <a:solidFill>
                            <a:srgbClr val="0645AD"/>
                          </a:solidFill>
                          <a:effectLst/>
                          <a:hlinkClick r:id="rId3" tooltip="Английский язык"/>
                        </a:rPr>
                        <a:t>.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  <a:r>
                        <a:rPr lang="en-US" i="1" dirty="0">
                          <a:effectLst/>
                        </a:rPr>
                        <a:t>International Thermonuclear Experimental Reactor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295461"/>
                  </a:ext>
                </a:extLst>
              </a:tr>
              <a:tr h="321494"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effectLst/>
                        </a:rPr>
                        <a:t>Год основания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effectLst/>
                        </a:rPr>
                        <a:t>2007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616498"/>
                  </a:ext>
                </a:extLst>
              </a:tr>
              <a:tr h="1044857">
                <a:tc>
                  <a:txBody>
                    <a:bodyPr/>
                    <a:lstStyle/>
                    <a:p>
                      <a:pPr fontAlgn="t"/>
                      <a:r>
                        <a:rPr lang="ru-RU">
                          <a:effectLst/>
                        </a:rPr>
                        <a:t>Расположение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u="none" strike="noStrike" dirty="0">
                          <a:solidFill>
                            <a:srgbClr val="0645AD"/>
                          </a:solidFill>
                          <a:effectLst/>
                          <a:hlinkClick r:id="rId4" tooltip="Сен-Поль-ле-Дюранс"/>
                        </a:rPr>
                        <a:t>Сен-Поль-</a:t>
                      </a:r>
                      <a:r>
                        <a:rPr lang="ru-RU" u="none" strike="noStrike" dirty="0" err="1">
                          <a:solidFill>
                            <a:srgbClr val="0645AD"/>
                          </a:solidFill>
                          <a:effectLst/>
                          <a:hlinkClick r:id="rId4" tooltip="Сен-Поль-ле-Дюранс"/>
                        </a:rPr>
                        <a:t>ле</a:t>
                      </a:r>
                      <a:r>
                        <a:rPr lang="ru-RU" u="none" strike="noStrike" dirty="0">
                          <a:solidFill>
                            <a:srgbClr val="0645AD"/>
                          </a:solidFill>
                          <a:effectLst/>
                          <a:hlinkClick r:id="rId4" tooltip="Сен-Поль-ле-Дюранс"/>
                        </a:rPr>
                        <a:t>-</a:t>
                      </a:r>
                      <a:r>
                        <a:rPr lang="ru-RU" u="none" strike="noStrike" dirty="0" err="1">
                          <a:solidFill>
                            <a:srgbClr val="0645AD"/>
                          </a:solidFill>
                          <a:effectLst/>
                          <a:hlinkClick r:id="rId4" tooltip="Сен-Поль-ле-Дюранс"/>
                        </a:rPr>
                        <a:t>Дюранс</a:t>
                      </a:r>
                      <a:r>
                        <a:rPr lang="ru-RU" dirty="0">
                          <a:effectLst/>
                        </a:rPr>
                        <a:t>, </a:t>
                      </a:r>
                      <a:r>
                        <a:rPr lang="ru-RU" u="none" strike="noStrike" dirty="0">
                          <a:solidFill>
                            <a:srgbClr val="0645AD"/>
                          </a:solidFill>
                          <a:effectLst/>
                          <a:hlinkClick r:id="rId5" tooltip="Прованс — Альпы — Лазурный Берег"/>
                        </a:rPr>
                        <a:t>Прованс — Альпы — Лазурный Берег</a:t>
                      </a:r>
                      <a:r>
                        <a:rPr lang="ru-RU" dirty="0">
                          <a:effectLst/>
                        </a:rPr>
                        <a:t>, </a:t>
                      </a:r>
                      <a:r>
                        <a:rPr lang="ru-RU" u="none" strike="noStrike" dirty="0">
                          <a:solidFill>
                            <a:srgbClr val="0645AD"/>
                          </a:solidFill>
                          <a:effectLst/>
                          <a:hlinkClick r:id="rId6" tooltip="Франция"/>
                        </a:rPr>
                        <a:t>Франция</a:t>
                      </a:r>
                      <a:endParaRPr lang="ru-RU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826925"/>
                  </a:ext>
                </a:extLst>
              </a:tr>
              <a:tr h="321494"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effectLst/>
                        </a:rPr>
                        <a:t>Сайт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u="none" strike="noStrike" dirty="0">
                          <a:solidFill>
                            <a:srgbClr val="3366BB"/>
                          </a:solidFill>
                          <a:effectLst/>
                          <a:hlinkClick r:id="rId7"/>
                        </a:rPr>
                        <a:t>iter.org</a:t>
                      </a:r>
                      <a:r>
                        <a:rPr lang="en-US" dirty="0">
                          <a:effectLst/>
                        </a:rPr>
                        <a:t>​ (</a:t>
                      </a:r>
                      <a:r>
                        <a:rPr lang="ru-RU" dirty="0">
                          <a:effectLst/>
                        </a:rPr>
                        <a:t>англ.)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639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846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E62A66-D54B-1885-D162-E47304400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Общая схема реактора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40A25D-54AD-2EF9-30FB-C4CE5856D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000" dirty="0"/>
              <a:t>https://commons.wikimedia.org/wiki/File:ITER_Tokamak_and_Plant_Systems_(2016)_(41783636452).jpg?uselang=ru</a:t>
            </a:r>
            <a:endParaRPr lang="ru-RU" sz="10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116AD55-FD4B-A73C-E031-B0B62F8FC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376" y="2064989"/>
            <a:ext cx="8319247" cy="4069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90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B962E3-39F0-01C7-822A-B47ACBFC9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Ссылки на Яндекс-карту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8BCCAE-9E4A-18FA-00A3-219F5F084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000" dirty="0">
                <a:hlinkClick r:id="rId2"/>
              </a:rPr>
              <a:t>https://yandex.ru/maps/?l=sat%2Cskl&amp;ll=5.761670%2C43.687500&amp;pt=5.76167%2C43.68750&amp;rl=5.760297%2C43.691860~31.905670%2C13.003924&amp;z=4</a:t>
            </a:r>
            <a:endParaRPr lang="en-US" sz="1000" dirty="0"/>
          </a:p>
          <a:p>
            <a:r>
              <a:rPr lang="en-US" sz="1000" dirty="0">
                <a:hlinkClick r:id="rId3"/>
              </a:rPr>
              <a:t>https://yandex.ru/maps/-/CCUvuFcM2C</a:t>
            </a:r>
            <a:endParaRPr lang="ru-RU" sz="1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817B38-74FD-955A-BF54-7792433CE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917" y="2374142"/>
            <a:ext cx="6763871" cy="380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545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230900-9900-BC03-8DBF-A9D35951C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Картинка с сайта </a:t>
            </a:r>
            <a:r>
              <a:rPr lang="en-US" dirty="0"/>
              <a:t>iter.org</a:t>
            </a:r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0369A61-723B-2CBB-121C-D012F4D56BF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904" y="2097741"/>
            <a:ext cx="7464267" cy="4079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66948C-C370-5864-6EC6-2BD391E53895}"/>
              </a:ext>
            </a:extLst>
          </p:cNvPr>
          <p:cNvSpPr txBox="1"/>
          <p:nvPr/>
        </p:nvSpPr>
        <p:spPr>
          <a:xfrm>
            <a:off x="2659157" y="1367522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https://www.iter.org/doc/www/content/com/Lists/Homepage%20Carousel/Attachments/1/starfield_3-resized.jpg</a:t>
            </a:r>
          </a:p>
        </p:txBody>
      </p:sp>
    </p:spTree>
    <p:extLst>
      <p:ext uri="{BB962C8B-B14F-4D97-AF65-F5344CB8AC3E}">
        <p14:creationId xmlns:p14="http://schemas.microsoft.com/office/powerpoint/2010/main" val="618064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6F9D0-BD19-43E6-9557-89037B43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Заключение. Выводы.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674BCD-C6C3-9593-650A-0AA430E3E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Реактор перспективный. Будем надеяться, что со временем человечество научится пользоваться исключительно экологически чистыми способами выработки энергии, одним из которых является данный реактор.</a:t>
            </a:r>
          </a:p>
        </p:txBody>
      </p:sp>
    </p:spTree>
    <p:extLst>
      <p:ext uri="{BB962C8B-B14F-4D97-AF65-F5344CB8AC3E}">
        <p14:creationId xmlns:p14="http://schemas.microsoft.com/office/powerpoint/2010/main" val="2164886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089BFE-5F65-C67A-BBB0-A7E5F691C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Конец.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9B61D7-189C-2A54-9913-DDAA7E0B9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7386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371</Words>
  <Application>Microsoft Office PowerPoint</Application>
  <PresentationFormat>Широкоэкранный</PresentationFormat>
  <Paragraphs>48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helvetica</vt:lpstr>
      <vt:lpstr>Тема Office</vt:lpstr>
      <vt:lpstr>ITER</vt:lpstr>
      <vt:lpstr>Введение. Актуальность темы.</vt:lpstr>
      <vt:lpstr>Платье из франции</vt:lpstr>
      <vt:lpstr>Духи «Любовь в Париже»</vt:lpstr>
      <vt:lpstr>Реактор</vt:lpstr>
      <vt:lpstr>Общая схема реактора</vt:lpstr>
      <vt:lpstr>Ссылки на Яндекс-карту</vt:lpstr>
      <vt:lpstr>Картинка с сайта iter.org</vt:lpstr>
      <vt:lpstr>Заключение. Выводы.</vt:lpstr>
      <vt:lpstr>Конец.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Иван Волков</dc:creator>
  <cp:lastModifiedBy>Иван Волков</cp:lastModifiedBy>
  <cp:revision>24</cp:revision>
  <dcterms:created xsi:type="dcterms:W3CDTF">2023-01-10T11:02:51Z</dcterms:created>
  <dcterms:modified xsi:type="dcterms:W3CDTF">2023-01-10T18:39:02Z</dcterms:modified>
</cp:coreProperties>
</file>